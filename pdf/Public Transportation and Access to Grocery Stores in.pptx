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14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39" y="1033272"/>
            <a:ext cx="5892073" cy="389534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40" y="5733288"/>
            <a:ext cx="5892071" cy="7955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931152" y="793817"/>
            <a:ext cx="5260848" cy="6064181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938587" y="207982"/>
            <a:ext cx="2662798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F2C2C7B-6B47-4A5B-B24C-B316964ABE62}"/>
              </a:ext>
            </a:extLst>
          </p:cNvPr>
          <p:cNvCxnSpPr>
            <a:cxnSpLocks/>
          </p:cNvCxnSpPr>
          <p:nvPr/>
        </p:nvCxnSpPr>
        <p:spPr>
          <a:xfrm flipV="1">
            <a:off x="6929823" y="789558"/>
            <a:ext cx="0" cy="606844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32355F-80FD-3956-F8D4-9DF4073D0E2E}"/>
              </a:ext>
            </a:extLst>
          </p:cNvPr>
          <p:cNvCxnSpPr>
            <a:cxnSpLocks/>
          </p:cNvCxnSpPr>
          <p:nvPr/>
        </p:nvCxnSpPr>
        <p:spPr>
          <a:xfrm>
            <a:off x="0" y="5420250"/>
            <a:ext cx="6929823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D4DD8B2-0D73-EB9B-9708-67DF28E40F96}"/>
              </a:ext>
            </a:extLst>
          </p:cNvPr>
          <p:cNvCxnSpPr>
            <a:cxnSpLocks/>
          </p:cNvCxnSpPr>
          <p:nvPr/>
        </p:nvCxnSpPr>
        <p:spPr>
          <a:xfrm>
            <a:off x="0" y="791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86674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12648"/>
            <a:ext cx="11253668" cy="1106424"/>
          </a:xfrm>
        </p:spPr>
        <p:txBody>
          <a:bodyPr/>
          <a:lstStyle>
            <a:lvl1pPr>
              <a:defRPr sz="6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9" y="2139696"/>
            <a:ext cx="11253668" cy="428853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D457B6E-DC25-9A54-64F7-98703149B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49DF708-DA4E-D117-5CE8-7401A836F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1AE2728-8254-BE0F-89AB-2D5352D66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93DFD8D-B66E-C844-B523-E3C51265F5EA}"/>
              </a:ext>
            </a:extLst>
          </p:cNvPr>
          <p:cNvCxnSpPr>
            <a:cxnSpLocks/>
          </p:cNvCxnSpPr>
          <p:nvPr/>
        </p:nvCxnSpPr>
        <p:spPr>
          <a:xfrm>
            <a:off x="0" y="1805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6635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5223554"/>
            <a:ext cx="11430000" cy="914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6083090"/>
            <a:ext cx="11429999" cy="566928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F08B46D-341A-2502-FE91-2C5EF77103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50694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ABE8472-319C-7663-7B71-2A6549DED7EF}"/>
              </a:ext>
            </a:extLst>
          </p:cNvPr>
          <p:cNvCxnSpPr>
            <a:cxnSpLocks/>
          </p:cNvCxnSpPr>
          <p:nvPr/>
        </p:nvCxnSpPr>
        <p:spPr>
          <a:xfrm>
            <a:off x="0" y="5068350"/>
            <a:ext cx="12188952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6970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4DF58-285B-E151-006A-D88C36BBB7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206861-2B51-5BD1-EB7B-C21E31ED4C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2DDD77-F8A9-7EC7-8615-6A38937CE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54496"/>
            <a:ext cx="296369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8AB215-86A6-6EC5-BC27-7962FA84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921742" y="6254496"/>
            <a:ext cx="1679642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0CECF-E526-1422-4780-123B6B1E96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54496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5C310B-ED34-BA33-630C-F8D5EB2A41A2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6B77E3C-9D50-9277-C646-D9B5AB8122BB}"/>
              </a:ext>
            </a:extLst>
          </p:cNvPr>
          <p:cNvCxnSpPr>
            <a:cxnSpLocks/>
          </p:cNvCxnSpPr>
          <p:nvPr/>
        </p:nvCxnSpPr>
        <p:spPr>
          <a:xfrm>
            <a:off x="0" y="527477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2061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C835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877CE2-4402-942B-FD26-6E29BDAB9B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" y="1435608"/>
            <a:ext cx="11594592" cy="5559552"/>
          </a:xfrm>
        </p:spPr>
        <p:txBody>
          <a:bodyPr anchor="b">
            <a:normAutofit/>
          </a:bodyPr>
          <a:lstStyle>
            <a:lvl1pPr>
              <a:lnSpc>
                <a:spcPct val="67000"/>
              </a:lnSpc>
              <a:defRPr sz="14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C3F3D2-CADD-A94F-6739-CCCDA6C6F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CC541E-3AF5-9564-CE04-E4B86459D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C772A7-7F28-0EB0-D243-BCC6917DAD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F716D65-B11C-E9B7-66BF-88E72C5DCEBA}"/>
              </a:ext>
            </a:extLst>
          </p:cNvPr>
          <p:cNvCxnSpPr>
            <a:cxnSpLocks/>
          </p:cNvCxnSpPr>
          <p:nvPr/>
        </p:nvCxnSpPr>
        <p:spPr>
          <a:xfrm>
            <a:off x="0" y="783822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2590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Agenda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7" y="886968"/>
            <a:ext cx="11405277" cy="1170432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599C6D-D164-AA94-72F8-241C187199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881" y="2832652"/>
            <a:ext cx="6893719" cy="3508951"/>
          </a:xfrm>
        </p:spPr>
        <p:txBody>
          <a:bodyPr anchor="t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0B50CAA-07B2-F8CA-1425-4249CE17A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DEAD866-E26E-BF23-7B5D-9F689B2FA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8AC7CAE-FC19-2728-AA3B-1D2FE7879B25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11B3592-91FB-05F4-B422-A40D7CD4DE2D}"/>
              </a:ext>
            </a:extLst>
          </p:cNvPr>
          <p:cNvCxnSpPr>
            <a:cxnSpLocks/>
          </p:cNvCxnSpPr>
          <p:nvPr/>
        </p:nvCxnSpPr>
        <p:spPr>
          <a:xfrm>
            <a:off x="0" y="800100"/>
            <a:ext cx="12192000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26951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66944" y="521208"/>
            <a:ext cx="6647688" cy="1865376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AD3A4126-4E48-DD2C-1468-6A36AE6C1D1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7320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66943" y="2651760"/>
            <a:ext cx="6327648" cy="3547872"/>
          </a:xfrm>
        </p:spPr>
        <p:txBody>
          <a:bodyPr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800100" indent="-342900">
              <a:buFont typeface="+mj-lt"/>
              <a:buAutoNum type="arabicPeriod"/>
              <a:defRPr sz="1800"/>
            </a:lvl2pPr>
            <a:lvl3pPr marL="1257300" indent="-342900">
              <a:buFont typeface="+mj-lt"/>
              <a:buAutoNum type="arabicPeriod"/>
              <a:defRPr sz="1600"/>
            </a:lvl3pPr>
            <a:lvl4pPr marL="1714500" indent="-342900">
              <a:buFont typeface="+mj-lt"/>
              <a:buAutoNum type="arabicPeriod"/>
              <a:defRPr sz="1400"/>
            </a:lvl4pPr>
            <a:lvl5pPr marL="21717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1899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573511" y="210312"/>
            <a:ext cx="1679642" cy="41148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7633BE4-C9B9-310C-1EAE-191B5D344B59}"/>
              </a:ext>
            </a:extLst>
          </p:cNvPr>
          <p:cNvCxnSpPr>
            <a:cxnSpLocks/>
          </p:cNvCxnSpPr>
          <p:nvPr/>
        </p:nvCxnSpPr>
        <p:spPr>
          <a:xfrm>
            <a:off x="4923916" y="2452449"/>
            <a:ext cx="7268084" cy="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A010762-96A4-4E1C-CD5D-EE1C1D1FC6E2}"/>
              </a:ext>
            </a:extLst>
          </p:cNvPr>
          <p:cNvCxnSpPr>
            <a:cxnSpLocks/>
          </p:cNvCxnSpPr>
          <p:nvPr/>
        </p:nvCxnSpPr>
        <p:spPr>
          <a:xfrm flipV="1">
            <a:off x="4923916" y="0"/>
            <a:ext cx="0" cy="6858000"/>
          </a:xfrm>
          <a:prstGeom prst="line">
            <a:avLst/>
          </a:prstGeom>
          <a:ln w="952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6586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1" y="2077374"/>
            <a:ext cx="4479107" cy="2691413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7DEB5EF-910B-9B2B-CB95-1AD374FEC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1577" y="2210542"/>
            <a:ext cx="5869293" cy="2432477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FD4BD0F-0EF0-D5B9-5485-1ECB765DC5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51577" y="207982"/>
            <a:ext cx="1921315" cy="41336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66B317-2D55-4797-E621-551FCA48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5311938" y="1550633"/>
            <a:ext cx="0" cy="375673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790D5D6-313A-8ACD-591F-F8BEC510B947}"/>
              </a:ext>
            </a:extLst>
          </p:cNvPr>
          <p:cNvCxnSpPr>
            <a:cxnSpLocks/>
          </p:cNvCxnSpPr>
          <p:nvPr/>
        </p:nvCxnSpPr>
        <p:spPr>
          <a:xfrm>
            <a:off x="0" y="5308844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F6F1415-3933-6D89-472D-2FA4BBB279E7}"/>
              </a:ext>
            </a:extLst>
          </p:cNvPr>
          <p:cNvCxnSpPr>
            <a:cxnSpLocks/>
          </p:cNvCxnSpPr>
          <p:nvPr/>
        </p:nvCxnSpPr>
        <p:spPr>
          <a:xfrm>
            <a:off x="0" y="155063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3179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192" y="1249959"/>
            <a:ext cx="4085912" cy="51256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B8121-E925-2131-A76A-FBDAB0BC9C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8384" y="1249959"/>
            <a:ext cx="6440424" cy="523876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DBA5BEFD-7245-BB4D-0F86-F1C3A32E06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363852" y="207982"/>
            <a:ext cx="1921315" cy="41336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85879897-4AF6-4B38-AB30-8DD979DC5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8C01F2-A815-18C2-F49B-D8E165722653}"/>
              </a:ext>
            </a:extLst>
          </p:cNvPr>
          <p:cNvCxnSpPr>
            <a:cxnSpLocks/>
          </p:cNvCxnSpPr>
          <p:nvPr/>
        </p:nvCxnSpPr>
        <p:spPr>
          <a:xfrm>
            <a:off x="4918746" y="805343"/>
            <a:ext cx="0" cy="6052657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582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0876" y="749808"/>
            <a:ext cx="6442024" cy="20391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910328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30875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9227" y="210312"/>
            <a:ext cx="1679642" cy="41148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0875" y="2944368"/>
            <a:ext cx="6442025" cy="35716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10328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8625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50308" y="612648"/>
            <a:ext cx="7022592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342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D81791C-036D-058C-0055-96793694D65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750307" y="210312"/>
            <a:ext cx="3531437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8DE5B-9C41-DE5B-BF91-98510120DCF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582299" y="210312"/>
            <a:ext cx="1679642" cy="41336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0E0FD979-F905-C567-8E21-A3EDCE17980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50307" y="1746503"/>
            <a:ext cx="7022592" cy="48066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345760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9480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612648"/>
            <a:ext cx="7015483" cy="103327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BB59EF2B-7C7F-BA27-16C2-C56B21D3774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2A99D216-CE5A-6458-A23E-BE0E554AC3D1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224951" y="207982"/>
            <a:ext cx="1682496" cy="41336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3220FA64-3C9A-EBCF-5C28-E7DED40C97D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6789594" y="207982"/>
            <a:ext cx="546447" cy="413360"/>
          </a:xfrm>
        </p:spPr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746504"/>
            <a:ext cx="7018271" cy="48066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773592" y="0"/>
            <a:ext cx="4417215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776883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76198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3" y="749808"/>
            <a:ext cx="5778227" cy="103327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969163" y="210312"/>
            <a:ext cx="1679642" cy="41148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14093" y="210312"/>
            <a:ext cx="546447" cy="413360"/>
          </a:xfrm>
        </p:spPr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1993391"/>
            <a:ext cx="5778227" cy="45598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75416" y="0"/>
            <a:ext cx="5616584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4034EB-F498-D527-195A-D17B85027774}"/>
              </a:ext>
            </a:extLst>
          </p:cNvPr>
          <p:cNvCxnSpPr>
            <a:cxnSpLocks/>
          </p:cNvCxnSpPr>
          <p:nvPr/>
        </p:nvCxnSpPr>
        <p:spPr>
          <a:xfrm>
            <a:off x="6570629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34678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749808"/>
            <a:ext cx="4123680" cy="151790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210312"/>
            <a:ext cx="2260057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29329" y="210312"/>
            <a:ext cx="1058111" cy="41148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010197" y="210312"/>
            <a:ext cx="440969" cy="413360"/>
          </a:xfrm>
        </p:spPr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9704" y="2578609"/>
            <a:ext cx="4130606" cy="3712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912658" y="0"/>
            <a:ext cx="7279341" cy="6858000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1AA34CC-D007-33B7-4604-084E822313A9}"/>
              </a:ext>
            </a:extLst>
          </p:cNvPr>
          <p:cNvCxnSpPr/>
          <p:nvPr/>
        </p:nvCxnSpPr>
        <p:spPr>
          <a:xfrm>
            <a:off x="4907963" y="0"/>
            <a:ext cx="0" cy="685800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521460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49808"/>
            <a:ext cx="11514755" cy="9601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72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8890DBE-0DD3-8504-F95F-4225535FB1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BB28A-95D9-4CE6-DA59-520BA3C61CD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FA0A0C-CE55-CB7D-174D-D77937630A9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3" y="2180556"/>
            <a:ext cx="5012355" cy="42842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822674" y="1834524"/>
            <a:ext cx="6378722" cy="50234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753443-12E2-4CD3-2C6F-4E20536BA82B}"/>
              </a:ext>
            </a:extLst>
          </p:cNvPr>
          <p:cNvCxnSpPr>
            <a:cxnSpLocks/>
          </p:cNvCxnSpPr>
          <p:nvPr/>
        </p:nvCxnSpPr>
        <p:spPr>
          <a:xfrm>
            <a:off x="5816454" y="1827254"/>
            <a:ext cx="0" cy="504063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B4AF9B-8CF3-D7A8-CDB9-8E513FFF57EC}"/>
              </a:ext>
            </a:extLst>
          </p:cNvPr>
          <p:cNvCxnSpPr>
            <a:cxnSpLocks/>
          </p:cNvCxnSpPr>
          <p:nvPr/>
        </p:nvCxnSpPr>
        <p:spPr>
          <a:xfrm>
            <a:off x="0" y="1827254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15479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5166364"/>
            <a:ext cx="3656530" cy="122342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8096" cy="483717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9121" y="5166364"/>
            <a:ext cx="7073776" cy="1223420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437376"/>
            <a:ext cx="296265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99121" y="6437193"/>
            <a:ext cx="4549413" cy="365125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437376"/>
            <a:ext cx="546447" cy="413360"/>
          </a:xfrm>
        </p:spPr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DF9F6E2-159F-CDF3-F2D3-AB7A7E505C0B}"/>
              </a:ext>
            </a:extLst>
          </p:cNvPr>
          <p:cNvCxnSpPr>
            <a:cxnSpLocks/>
          </p:cNvCxnSpPr>
          <p:nvPr/>
        </p:nvCxnSpPr>
        <p:spPr>
          <a:xfrm>
            <a:off x="4283425" y="4837176"/>
            <a:ext cx="0" cy="2020824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4F9120-94C1-CA43-BF4E-9411F4866A20}"/>
              </a:ext>
            </a:extLst>
          </p:cNvPr>
          <p:cNvCxnSpPr>
            <a:cxnSpLocks/>
          </p:cNvCxnSpPr>
          <p:nvPr/>
        </p:nvCxnSpPr>
        <p:spPr>
          <a:xfrm>
            <a:off x="-1250" y="4842106"/>
            <a:ext cx="1219325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51874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762002"/>
            <a:ext cx="6612786" cy="155589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0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A2AC736-2858-40E1-3533-38692573EC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F901C69-26AA-7830-9BFF-EC62E8208AB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83EC4C7-2AFC-9797-0F80-FCBABD2A856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6627" y="2435966"/>
            <a:ext cx="7283725" cy="4422032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80068" y="762000"/>
            <a:ext cx="4092813" cy="5791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F70BF-1865-3761-955D-0621AA22B818}"/>
              </a:ext>
            </a:extLst>
          </p:cNvPr>
          <p:cNvCxnSpPr>
            <a:cxnSpLocks/>
          </p:cNvCxnSpPr>
          <p:nvPr/>
        </p:nvCxnSpPr>
        <p:spPr>
          <a:xfrm>
            <a:off x="0" y="2435966"/>
            <a:ext cx="72771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638DF4A-7DDF-7C24-D39A-EA7EAF7CFE63}"/>
              </a:ext>
            </a:extLst>
          </p:cNvPr>
          <p:cNvCxnSpPr>
            <a:cxnSpLocks/>
          </p:cNvCxnSpPr>
          <p:nvPr/>
        </p:nvCxnSpPr>
        <p:spPr>
          <a:xfrm>
            <a:off x="7277100" y="0"/>
            <a:ext cx="0" cy="6857999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74565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8" y="448056"/>
            <a:ext cx="11514759" cy="112471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07982"/>
            <a:ext cx="546447" cy="411480"/>
          </a:xfrm>
        </p:spPr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B20793B-4169-98D6-7E6E-52EB5096D05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3614" y="1700784"/>
            <a:ext cx="3318170" cy="5157216"/>
          </a:xfrm>
          <a:blipFill>
            <a:blip r:embed="rId2">
              <a:alphaModFix amt="8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1441" y="2130553"/>
            <a:ext cx="7971459" cy="4422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347961-3E7C-FAAC-2283-DA751A80201C}"/>
              </a:ext>
            </a:extLst>
          </p:cNvPr>
          <p:cNvCxnSpPr>
            <a:cxnSpLocks/>
          </p:cNvCxnSpPr>
          <p:nvPr/>
        </p:nvCxnSpPr>
        <p:spPr>
          <a:xfrm>
            <a:off x="0" y="1695518"/>
            <a:ext cx="12192000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E4B3C03-E31F-77F7-02F0-8C25E1C62792}"/>
              </a:ext>
            </a:extLst>
          </p:cNvPr>
          <p:cNvCxnSpPr>
            <a:cxnSpLocks/>
          </p:cNvCxnSpPr>
          <p:nvPr/>
        </p:nvCxnSpPr>
        <p:spPr>
          <a:xfrm>
            <a:off x="3318170" y="1695518"/>
            <a:ext cx="0" cy="5162482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42951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umber Large">
    <p:bg>
      <p:bgPr>
        <a:solidFill>
          <a:schemeClr val="bg2">
            <a:lumMod val="90000"/>
            <a:alpha val="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71232" y="1188720"/>
            <a:ext cx="4069080" cy="4480560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8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48056" y="1609344"/>
            <a:ext cx="6775704" cy="415137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r">
              <a:lnSpc>
                <a:spcPct val="70000"/>
              </a:lnSpc>
              <a:buNone/>
              <a:defRPr lang="en-US" sz="33400" dirty="0">
                <a:solidFill>
                  <a:schemeClr val="accent1"/>
                </a:solidFill>
                <a:latin typeface="+mj-lt"/>
              </a:defRPr>
            </a:lvl1pPr>
            <a:lvl2pPr marL="457200" indent="0">
              <a:buNone/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 lang="en-US" dirty="0"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dirty="0"/>
              <a:t>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>
            <a:normAutofit/>
          </a:bodyPr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34144DB-F44E-C5EB-68A1-D39E3F401C4E}"/>
              </a:ext>
            </a:extLst>
          </p:cNvPr>
          <p:cNvCxnSpPr>
            <a:cxnSpLocks/>
          </p:cNvCxnSpPr>
          <p:nvPr/>
        </p:nvCxnSpPr>
        <p:spPr>
          <a:xfrm>
            <a:off x="0" y="6069441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8955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bg>
      <p:bgPr>
        <a:solidFill>
          <a:schemeClr val="bg2">
            <a:lumMod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17773" y="914400"/>
            <a:ext cx="10045427" cy="4464554"/>
          </a:xfrm>
        </p:spPr>
        <p:txBody>
          <a:bodyPr anchor="ctr">
            <a:noAutofit/>
          </a:bodyPr>
          <a:lstStyle>
            <a:lvl1pPr marL="0" indent="0">
              <a:lnSpc>
                <a:spcPct val="75000"/>
              </a:lnSpc>
              <a:buNone/>
              <a:defRPr sz="8800" b="0">
                <a:solidFill>
                  <a:schemeClr val="tx2"/>
                </a:solidFill>
                <a:latin typeface="+mj-lt"/>
              </a:defRPr>
            </a:lvl1pPr>
            <a:lvl2pPr marL="228600" indent="0">
              <a:lnSpc>
                <a:spcPct val="100000"/>
              </a:lnSpc>
              <a:buNone/>
              <a:defRPr sz="8000" b="0">
                <a:solidFill>
                  <a:schemeClr val="tx2"/>
                </a:solidFill>
                <a:latin typeface="+mj-lt"/>
              </a:defRPr>
            </a:lvl2pPr>
            <a:lvl3pPr marL="457200" indent="0">
              <a:lnSpc>
                <a:spcPct val="100000"/>
              </a:lnSpc>
              <a:buNone/>
              <a:defRPr sz="7200" b="0">
                <a:solidFill>
                  <a:schemeClr val="tx2"/>
                </a:solidFill>
                <a:latin typeface="+mj-lt"/>
              </a:defRPr>
            </a:lvl3pPr>
            <a:lvl4pPr marL="685800" indent="0">
              <a:lnSpc>
                <a:spcPct val="100000"/>
              </a:lnSpc>
              <a:buNone/>
              <a:defRPr sz="6600" b="0">
                <a:solidFill>
                  <a:schemeClr val="tx2"/>
                </a:solidFill>
                <a:latin typeface="+mj-lt"/>
              </a:defRPr>
            </a:lvl4pPr>
            <a:lvl5pPr marL="914400" indent="0">
              <a:lnSpc>
                <a:spcPct val="100000"/>
              </a:lnSpc>
              <a:buNone/>
              <a:defRPr sz="60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3" y="6263640"/>
            <a:ext cx="2963692" cy="41336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80069" y="6263640"/>
            <a:ext cx="1921315" cy="41336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A935D4C-A027-60A0-BEB8-B1A89C1C5E3A}"/>
              </a:ext>
            </a:extLst>
          </p:cNvPr>
          <p:cNvCxnSpPr>
            <a:cxnSpLocks/>
          </p:cNvCxnSpPr>
          <p:nvPr/>
        </p:nvCxnSpPr>
        <p:spPr>
          <a:xfrm>
            <a:off x="0" y="6057900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44677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3232" y="5440220"/>
            <a:ext cx="9299448" cy="1015996"/>
          </a:xfrm>
        </p:spPr>
        <p:txBody>
          <a:bodyPr anchor="ctr">
            <a:normAutofit/>
          </a:bodyPr>
          <a:lstStyle>
            <a:lvl1pPr>
              <a:defRPr sz="2000" cap="none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20040" y="1170816"/>
            <a:ext cx="9692640" cy="3872159"/>
          </a:xfrm>
        </p:spPr>
        <p:txBody>
          <a:bodyPr>
            <a:normAutofit/>
          </a:bodyPr>
          <a:lstStyle>
            <a:lvl1pPr marL="274320" indent="-274320">
              <a:lnSpc>
                <a:spcPct val="70000"/>
              </a:lnSpc>
              <a:buNone/>
              <a:defRPr sz="8800" cap="all" baseline="0">
                <a:solidFill>
                  <a:schemeClr val="tx2"/>
                </a:solidFill>
                <a:latin typeface="+mj-lt"/>
              </a:defRPr>
            </a:lvl1pPr>
            <a:lvl2pPr marL="274320" indent="-274320">
              <a:lnSpc>
                <a:spcPct val="70000"/>
              </a:lnSpc>
              <a:buNone/>
              <a:defRPr sz="80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2pPr>
            <a:lvl3pPr marL="274320" indent="-274320">
              <a:lnSpc>
                <a:spcPct val="70000"/>
              </a:lnSpc>
              <a:buNone/>
              <a:defRPr sz="72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3pPr>
            <a:lvl4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4pPr>
            <a:lvl5pPr marL="274320" indent="-274320">
              <a:lnSpc>
                <a:spcPct val="70000"/>
              </a:lnSpc>
              <a:buNone/>
              <a:defRPr sz="6600" cap="all" baseline="0">
                <a:solidFill>
                  <a:schemeClr val="accent2">
                    <a:lumMod val="20000"/>
                    <a:lumOff val="80000"/>
                  </a:schemeClr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0312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2443788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210312"/>
            <a:ext cx="546447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60C7B9-B6D9-6FB6-59EE-D9DB3BC93758}"/>
              </a:ext>
            </a:extLst>
          </p:cNvPr>
          <p:cNvCxnSpPr>
            <a:cxnSpLocks/>
          </p:cNvCxnSpPr>
          <p:nvPr/>
        </p:nvCxnSpPr>
        <p:spPr>
          <a:xfrm flipH="1">
            <a:off x="0" y="787179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5D9130-12F6-DFB8-70EF-9ACBA9FDECB0}"/>
              </a:ext>
            </a:extLst>
          </p:cNvPr>
          <p:cNvCxnSpPr>
            <a:cxnSpLocks/>
          </p:cNvCxnSpPr>
          <p:nvPr/>
        </p:nvCxnSpPr>
        <p:spPr>
          <a:xfrm>
            <a:off x="0" y="5274530"/>
            <a:ext cx="12192000" cy="0"/>
          </a:xfrm>
          <a:prstGeom prst="line">
            <a:avLst/>
          </a:prstGeom>
          <a:ln w="9525">
            <a:solidFill>
              <a:schemeClr val="bg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25964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E594AB-EF90-9591-5954-F617B83D1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685800"/>
            <a:ext cx="11253668" cy="66569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96A57BED-3AFE-6AA9-E0D5-586748D61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47C21221-DC95-273B-0C4F-43B35ADA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E44E859-99AA-D46F-1AD8-4C0F287F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231F-0FFC-E2BB-36F8-9816E4DECE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7773" y="1773857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3CC2C1-ED8C-D52E-BEF5-671EDC6238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4987" y="1773858"/>
            <a:ext cx="5349240" cy="44531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397169B-5226-712F-36F4-352E56B637D4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90780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4958D-8125-1BDA-53C9-9E2D33883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772" y="685800"/>
            <a:ext cx="11256264" cy="6675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294A4A-89C4-68BF-6701-5C47F940E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908BC-F48B-81E4-8D93-7DB9E3716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F93A54-CB38-BEAF-260B-84EDDF301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9FF10-A82A-AAEB-4B8C-921F3BA20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7773" y="1773857"/>
            <a:ext cx="5349064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4D3C6A-509A-8CB1-B220-1CE755BE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17773" y="2368476"/>
            <a:ext cx="5349064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627A15-4AB2-F230-22C7-0605AFD7DF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24796" y="1773857"/>
            <a:ext cx="5349240" cy="590144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61ECFD5-92D0-1854-D18E-8BC5DF56A7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24796" y="2368476"/>
            <a:ext cx="5349240" cy="38587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1AC07E-A077-E2A6-1718-DDDA542A8A98}"/>
              </a:ext>
            </a:extLst>
          </p:cNvPr>
          <p:cNvCxnSpPr>
            <a:cxnSpLocks/>
          </p:cNvCxnSpPr>
          <p:nvPr/>
        </p:nvCxnSpPr>
        <p:spPr>
          <a:xfrm>
            <a:off x="0" y="1442826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051695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17042-CDCB-3B2F-8C5B-24B17903E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A4C6AE-702E-258F-EA5E-02906C70D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339AE3-ADB1-728F-9FBA-2FD43A0AC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65F4B-E6CF-D83A-1F1B-81274FD57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6509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5E52550-02A6-D7FB-DD57-70C87BAA4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02D272-B561-7F82-06FB-C5DE719AA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EF0FF0-3A36-A128-D75E-71A4B54CB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77430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8A45ECA-9413-0F81-085A-48CF6F23E1DC}"/>
              </a:ext>
            </a:extLst>
          </p:cNvPr>
          <p:cNvCxnSpPr>
            <a:cxnSpLocks/>
          </p:cNvCxnSpPr>
          <p:nvPr/>
        </p:nvCxnSpPr>
        <p:spPr>
          <a:xfrm>
            <a:off x="0" y="2118492"/>
            <a:ext cx="12192000" cy="0"/>
          </a:xfrm>
          <a:prstGeom prst="line">
            <a:avLst/>
          </a:prstGeom>
          <a:ln w="9525">
            <a:solidFill>
              <a:schemeClr val="tx1">
                <a:lumMod val="8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832104"/>
            <a:ext cx="11253668" cy="1225296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6263640"/>
            <a:ext cx="2962656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1" y="6263640"/>
            <a:ext cx="1933553" cy="41148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88870" y="6263640"/>
            <a:ext cx="546447" cy="41336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557" y="3429001"/>
            <a:ext cx="11253669" cy="27735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18479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A09BB-8293-7DED-F5BF-8F3DA4B57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60" y="1270390"/>
            <a:ext cx="7929980" cy="2060888"/>
          </a:xfrm>
        </p:spPr>
        <p:txBody>
          <a:bodyPr>
            <a:normAutofit/>
          </a:bodyPr>
          <a:lstStyle>
            <a:lvl1pPr>
              <a:defRPr sz="8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AB536-3625-6C4C-BCE1-4533963FDE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775" y="3794761"/>
            <a:ext cx="7932765" cy="15310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7D1377-BC65-5D42-5EC9-BECE6F765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7772" y="213482"/>
            <a:ext cx="2962656" cy="41148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EF9179-12AA-40A3-63A0-84A6ED0661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68892" y="210312"/>
            <a:ext cx="1679642" cy="411480"/>
          </a:xfrm>
        </p:spPr>
        <p:txBody>
          <a:bodyPr/>
          <a:lstStyle/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CE0E3B-6350-CAAC-2CAB-78999D19C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4D168F9-DE00-B9C1-AD77-139DA8AF3364}"/>
              </a:ext>
            </a:extLst>
          </p:cNvPr>
          <p:cNvCxnSpPr>
            <a:cxnSpLocks/>
          </p:cNvCxnSpPr>
          <p:nvPr/>
        </p:nvCxnSpPr>
        <p:spPr>
          <a:xfrm>
            <a:off x="0" y="3434907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61046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4398EFF-E3C5-E79D-1BD3-016E84949F9C}"/>
              </a:ext>
            </a:extLst>
          </p:cNvPr>
          <p:cNvCxnSpPr>
            <a:cxnSpLocks/>
          </p:cNvCxnSpPr>
          <p:nvPr/>
        </p:nvCxnSpPr>
        <p:spPr>
          <a:xfrm>
            <a:off x="0" y="789563"/>
            <a:ext cx="12192000" cy="0"/>
          </a:xfrm>
          <a:prstGeom prst="line">
            <a:avLst/>
          </a:prstGeom>
          <a:ln w="9525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478947-1D67-18A4-7E48-5B4B2F97F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559" y="935798"/>
            <a:ext cx="11253668" cy="66569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FE08CA-9517-ABC1-E915-31EA6D7B73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0559" y="1707581"/>
            <a:ext cx="11253668" cy="48483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3983D-E783-AAEC-26DB-4B3F6511C7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7773" y="207982"/>
            <a:ext cx="2963692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454426-0A97-D20B-FD06-9648AED777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80069" y="207982"/>
            <a:ext cx="1921315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850" b="1" cap="all" spc="100" baseline="0">
                <a:solidFill>
                  <a:schemeClr val="tx2"/>
                </a:solidFill>
              </a:defRPr>
            </a:lvl1pPr>
          </a:lstStyle>
          <a:p>
            <a:fld id="{6A3A5E80-0E54-40E0-B365-BBCA8D3C949C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13386-8E2A-2962-4804-81558038B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88870" y="207982"/>
            <a:ext cx="546447" cy="413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850" b="1" cap="all" baseline="0">
                <a:solidFill>
                  <a:schemeClr val="tx2"/>
                </a:solidFill>
              </a:defRPr>
            </a:lvl1pPr>
          </a:lstStyle>
          <a:p>
            <a:fld id="{523D128C-6154-4FD0-9EB5-D0DA2DD50607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143C14-E680-3360-0E4D-DA502AF50E85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9780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Classified as 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999748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  <p:sldLayoutId id="2147483700" r:id="rId12"/>
    <p:sldLayoutId id="2147483701" r:id="rId13"/>
    <p:sldLayoutId id="2147483702" r:id="rId14"/>
    <p:sldLayoutId id="2147483703" r:id="rId15"/>
    <p:sldLayoutId id="2147483704" r:id="rId16"/>
    <p:sldLayoutId id="2147483705" r:id="rId17"/>
    <p:sldLayoutId id="2147483706" r:id="rId18"/>
    <p:sldLayoutId id="2147483707" r:id="rId19"/>
    <p:sldLayoutId id="2147483708" r:id="rId20"/>
    <p:sldLayoutId id="2147483709" r:id="rId21"/>
    <p:sldLayoutId id="2147483710" r:id="rId22"/>
    <p:sldLayoutId id="2147483711" r:id="rId23"/>
    <p:sldLayoutId id="2147483712" r:id="rId24"/>
    <p:sldLayoutId id="2147483713" r:id="rId25"/>
    <p:sldLayoutId id="2147483714" r:id="rId26"/>
    <p:sldLayoutId id="2147483715" r:id="rId27"/>
  </p:sldLayoutIdLst>
  <p:txStyles>
    <p:titleStyle>
      <a:lvl1pPr algn="l" defTabSz="914400" rtl="0" eaLnBrk="1" latinLnBrk="0" hangingPunct="1">
        <a:lnSpc>
          <a:spcPct val="70000"/>
        </a:lnSpc>
        <a:spcBef>
          <a:spcPct val="0"/>
        </a:spcBef>
        <a:buNone/>
        <a:defRPr sz="4000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>
          <p15:clr>
            <a:srgbClr val="F26B43"/>
          </p15:clr>
        </p15:guide>
        <p15:guide id="2" pos="264">
          <p15:clr>
            <a:srgbClr val="F26B43"/>
          </p15:clr>
        </p15:guide>
        <p15:guide id="3" pos="7416">
          <p15:clr>
            <a:srgbClr val="F26B43"/>
          </p15:clr>
        </p15:guide>
        <p15:guide id="4" orient="horz" pos="3816">
          <p15:clr>
            <a:srgbClr val="F26B43"/>
          </p15:clr>
        </p15:guide>
        <p15:guide id="5" pos="7200">
          <p15:clr>
            <a:srgbClr val="F26B43"/>
          </p15:clr>
        </p15:guide>
        <p15:guide id="6" pos="504">
          <p15:clr>
            <a:srgbClr val="F26B43"/>
          </p15:clr>
        </p15:guide>
        <p15:guide id="7" orient="horz" pos="4128">
          <p15:clr>
            <a:srgbClr val="F26B43"/>
          </p15:clr>
        </p15:guide>
        <p15:guide id="8" orient="horz" pos="1056">
          <p15:clr>
            <a:srgbClr val="F26B43"/>
          </p15:clr>
        </p15:guide>
        <p15:guide id="9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emf"/><Relationship Id="rId4" Type="http://schemas.openxmlformats.org/officeDocument/2006/relationships/image" Target="../media/image19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2EE36-2AA6-F66E-C9EA-81DD260662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0040" y="758952"/>
            <a:ext cx="7589520" cy="4087368"/>
          </a:xfrm>
        </p:spPr>
        <p:txBody>
          <a:bodyPr anchor="t">
            <a:normAutofit/>
          </a:bodyPr>
          <a:lstStyle/>
          <a:p>
            <a:r>
              <a:rPr lang="en-US" sz="7400"/>
              <a:t>Public Transportation and Access to Grocery Stores in Oklahoma City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42EBE4-ADDC-DD05-877F-B34CE3435B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0039" y="5404104"/>
            <a:ext cx="11515277" cy="57607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dirty="0"/>
              <a:t>Caleb Karr</a:t>
            </a:r>
          </a:p>
        </p:txBody>
      </p:sp>
    </p:spTree>
    <p:extLst>
      <p:ext uri="{BB962C8B-B14F-4D97-AF65-F5344CB8AC3E}">
        <p14:creationId xmlns:p14="http://schemas.microsoft.com/office/powerpoint/2010/main" val="1739444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B9DE61-FF42-A76E-E7DE-7F14B0918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8193" y="390525"/>
            <a:ext cx="9635613" cy="3657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FA7CDBB-1396-8E61-6A6F-4CF1A76406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7186" y="4048125"/>
            <a:ext cx="9517626" cy="2084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734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2D4177-9363-54EF-BEDA-0494DDE4A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095" y="123518"/>
            <a:ext cx="9360310" cy="16911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3EC0829-540D-F030-2CEC-8641F97580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547" y="2077679"/>
            <a:ext cx="11523406" cy="114054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EE40BB-8D9E-80B2-EF2E-955A4B202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432" y="3481234"/>
            <a:ext cx="7905135" cy="154366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40D2F18-A7A7-7651-A8A4-CA43610C553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9276" y="5080820"/>
            <a:ext cx="5073445" cy="1602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585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198084-4431-BD39-26FF-ABFD8FDD03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929" y="1123335"/>
            <a:ext cx="10894142" cy="4611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175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6A113B3-C96C-68A7-3995-B3D95630B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071" y="980767"/>
            <a:ext cx="7393858" cy="4896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410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45C7D59-1691-D375-482E-542467D94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0407" y="1359310"/>
            <a:ext cx="7157884" cy="1219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EE7DE5C-69FE-7CC1-23D2-D79D98E0ED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6382" y="3188109"/>
            <a:ext cx="6685935" cy="2310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524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08C4E5B-A365-540D-282A-37164082B9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365" y="1088070"/>
            <a:ext cx="5766285" cy="46818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5D61961-6BD4-5154-C433-014C2CF15D39}"/>
              </a:ext>
            </a:extLst>
          </p:cNvPr>
          <p:cNvSpPr txBox="1"/>
          <p:nvPr/>
        </p:nvSpPr>
        <p:spPr>
          <a:xfrm>
            <a:off x="7305675" y="2782669"/>
            <a:ext cx="43089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 10 Census Tracts for population in OKC with buffered (.5 miles) bus stops</a:t>
            </a:r>
          </a:p>
        </p:txBody>
      </p:sp>
    </p:spTree>
    <p:extLst>
      <p:ext uri="{BB962C8B-B14F-4D97-AF65-F5344CB8AC3E}">
        <p14:creationId xmlns:p14="http://schemas.microsoft.com/office/powerpoint/2010/main" val="39915224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B82290F-B6A6-58D5-758C-AE25F2343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292" y="780742"/>
            <a:ext cx="6725265" cy="215326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BF152E-F8F9-C1A9-E4C7-A0E6A122E2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2458" y="114916"/>
            <a:ext cx="2189190" cy="355743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DAD086A-BED7-6B76-CF44-D07B145A4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24" y="3247719"/>
            <a:ext cx="4916129" cy="221225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15170E9-0D13-5D99-6F5C-9C48884D72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9774" y="4027232"/>
            <a:ext cx="4142453" cy="263045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9698CF59-4E2A-1F28-FC10-E3994BA9DC4C}"/>
              </a:ext>
            </a:extLst>
          </p:cNvPr>
          <p:cNvSpPr txBox="1"/>
          <p:nvPr/>
        </p:nvSpPr>
        <p:spPr>
          <a:xfrm>
            <a:off x="533400" y="114916"/>
            <a:ext cx="27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1085.11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A9AE2D6-44F8-69B1-CA6B-A92385546594}"/>
              </a:ext>
            </a:extLst>
          </p:cNvPr>
          <p:cNvSpPr txBox="1"/>
          <p:nvPr/>
        </p:nvSpPr>
        <p:spPr>
          <a:xfrm>
            <a:off x="1424600" y="5773689"/>
            <a:ext cx="27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1069.03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AE88659-3EE6-86F7-2A95-32663D721779}"/>
              </a:ext>
            </a:extLst>
          </p:cNvPr>
          <p:cNvSpPr txBox="1"/>
          <p:nvPr/>
        </p:nvSpPr>
        <p:spPr>
          <a:xfrm>
            <a:off x="9962227" y="5157795"/>
            <a:ext cx="27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1070.01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9ED8C5B-C384-2134-2428-6D0AAE6F1D4E}"/>
              </a:ext>
            </a:extLst>
          </p:cNvPr>
          <p:cNvSpPr txBox="1"/>
          <p:nvPr/>
        </p:nvSpPr>
        <p:spPr>
          <a:xfrm>
            <a:off x="9797456" y="1488042"/>
            <a:ext cx="2771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1085.23</a:t>
            </a:r>
          </a:p>
        </p:txBody>
      </p:sp>
    </p:spTree>
    <p:extLst>
      <p:ext uri="{BB962C8B-B14F-4D97-AF65-F5344CB8AC3E}">
        <p14:creationId xmlns:p14="http://schemas.microsoft.com/office/powerpoint/2010/main" val="27336904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1A1CF6-3182-5C79-4629-088460CCA8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762" y="894932"/>
            <a:ext cx="4129548" cy="448351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370CE6-C0E3-A4DF-61CA-C933F27410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9318" y="1125302"/>
            <a:ext cx="2674374" cy="41098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3BA24FC-1428-FCE2-804D-60F18B9409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2378" y="1125302"/>
            <a:ext cx="3440860" cy="402277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7614D89-5A42-0400-A0CC-893F7D56135B}"/>
              </a:ext>
            </a:extLst>
          </p:cNvPr>
          <p:cNvSpPr txBox="1"/>
          <p:nvPr/>
        </p:nvSpPr>
        <p:spPr>
          <a:xfrm>
            <a:off x="1057656" y="365760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1072.12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B2F381E-F06F-8DC3-5203-1A8ADD4C1D07}"/>
              </a:ext>
            </a:extLst>
          </p:cNvPr>
          <p:cNvSpPr txBox="1"/>
          <p:nvPr/>
        </p:nvSpPr>
        <p:spPr>
          <a:xfrm>
            <a:off x="8826928" y="365760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1074.03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5509DE4-FB38-A1AF-87F2-DA5486D35B17}"/>
              </a:ext>
            </a:extLst>
          </p:cNvPr>
          <p:cNvSpPr txBox="1"/>
          <p:nvPr/>
        </p:nvSpPr>
        <p:spPr>
          <a:xfrm>
            <a:off x="5210804" y="365760"/>
            <a:ext cx="265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1074.01</a:t>
            </a:r>
          </a:p>
        </p:txBody>
      </p:sp>
    </p:spTree>
    <p:extLst>
      <p:ext uri="{BB962C8B-B14F-4D97-AF65-F5344CB8AC3E}">
        <p14:creationId xmlns:p14="http://schemas.microsoft.com/office/powerpoint/2010/main" val="19791288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848091-47BE-9511-820D-EDE1FEDAC9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43" y="1300414"/>
            <a:ext cx="5270090" cy="4385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65BEA0-8183-6460-9CD5-CE9F73A865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069" y="1152144"/>
            <a:ext cx="4846721" cy="46980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FBE4A8-C3E3-A9C2-C72E-2E1F0A45C8EC}"/>
              </a:ext>
            </a:extLst>
          </p:cNvPr>
          <p:cNvSpPr txBox="1"/>
          <p:nvPr/>
        </p:nvSpPr>
        <p:spPr>
          <a:xfrm>
            <a:off x="7900569" y="479060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1081.06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3373D91-F012-C601-8D12-7AD3DB2F2DF6}"/>
              </a:ext>
            </a:extLst>
          </p:cNvPr>
          <p:cNvSpPr txBox="1"/>
          <p:nvPr/>
        </p:nvSpPr>
        <p:spPr>
          <a:xfrm>
            <a:off x="1652016" y="479060"/>
            <a:ext cx="23317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Census tract 1081.09</a:t>
            </a:r>
          </a:p>
        </p:txBody>
      </p:sp>
    </p:spTree>
    <p:extLst>
      <p:ext uri="{BB962C8B-B14F-4D97-AF65-F5344CB8AC3E}">
        <p14:creationId xmlns:p14="http://schemas.microsoft.com/office/powerpoint/2010/main" val="244207685"/>
      </p:ext>
    </p:extLst>
  </p:cSld>
  <p:clrMapOvr>
    <a:masterClrMapping/>
  </p:clrMapOvr>
</p:sld>
</file>

<file path=ppt/theme/theme1.xml><?xml version="1.0" encoding="utf-8"?>
<a:theme xmlns:a="http://schemas.openxmlformats.org/drawingml/2006/main" name="Editorial">
  <a:themeElements>
    <a:clrScheme name="Editorial">
      <a:dk1>
        <a:sysClr val="windowText" lastClr="000000"/>
      </a:dk1>
      <a:lt1>
        <a:sysClr val="window" lastClr="FFFFFF"/>
      </a:lt1>
      <a:dk2>
        <a:srgbClr val="171717"/>
      </a:dk2>
      <a:lt2>
        <a:srgbClr val="F7F6F3"/>
      </a:lt2>
      <a:accent1>
        <a:srgbClr val="C8350F"/>
      </a:accent1>
      <a:accent2>
        <a:srgbClr val="B6A992"/>
      </a:accent2>
      <a:accent3>
        <a:srgbClr val="D59A6D"/>
      </a:accent3>
      <a:accent4>
        <a:srgbClr val="C7793D"/>
      </a:accent4>
      <a:accent5>
        <a:srgbClr val="DB8464"/>
      </a:accent5>
      <a:accent6>
        <a:srgbClr val="3F7699"/>
      </a:accent6>
      <a:hlink>
        <a:srgbClr val="C8350F"/>
      </a:hlink>
      <a:folHlink>
        <a:srgbClr val="DB8464"/>
      </a:folHlink>
    </a:clrScheme>
    <a:fontScheme name="Custom 22">
      <a:majorFont>
        <a:latin typeface="Haettenschweiler"/>
        <a:ea typeface=""/>
        <a:cs typeface=""/>
      </a:majorFont>
      <a:minorFont>
        <a:latin typeface="Trade Gothic Nex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Editorial" id="{71EC1670-473B-4381-BA1C-B02CC96DD716}" vid="{C5D3EF77-ADD0-40FD-A769-C339DAE739D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Editorial</Template>
  <TotalTime>11</TotalTime>
  <Words>55</Words>
  <Application>Microsoft Office PowerPoint</Application>
  <PresentationFormat>Widescreen</PresentationFormat>
  <Paragraphs>12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Haettenschweiler</vt:lpstr>
      <vt:lpstr>Trade Gothic Next Light</vt:lpstr>
      <vt:lpstr>Editorial</vt:lpstr>
      <vt:lpstr>Public Transportation and Access to Grocery Stores in Oklahoma City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University of Oklahoma Health Science Center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Karr, Caleb M (HSC)</dc:creator>
  <cp:lastModifiedBy>Karr, Caleb M (HSC)</cp:lastModifiedBy>
  <cp:revision>1</cp:revision>
  <dcterms:created xsi:type="dcterms:W3CDTF">2026-09-25T15:28:18Z</dcterms:created>
  <dcterms:modified xsi:type="dcterms:W3CDTF">2026-09-25T15:39:58Z</dcterms:modified>
</cp:coreProperties>
</file>